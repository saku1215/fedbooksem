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651760"/>
            <a:ext cx="164592" cy="155448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FedBook-Sem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E7EAF0"/>
                </a:solidFill>
                <a:latin typeface="Calibri"/>
              </a:rPr>
              <a:t>A Federated Social Layer for an Intelligent Online Bookstore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9B44C"/>
                </a:solidFill>
                <a:latin typeface="Calibri"/>
              </a:rPr>
              <a:t>R26-IT-107  ·  IT22922670  ·  SLIIT B.Sc. (Hons)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E9B44C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Motivation &amp; Research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114800"/>
            <a:ext cx="4114800" cy="457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Academic Viva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Book platforms are silos — Goodreads, Amazon, StoryGraph each keep their own social graph.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Reader-generated annotations are locked to one product and lost on migration.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Recommenders ignore the wider social conversation happening on Reddit, YouTube, Bluesky and Mastodon.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There is no open specification for interoperable, scholarly-grade book annotations.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Research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Academic Viva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Federated social protocols (ActivityPub) are proven for microblogging (Mastodon), but under-used for books.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W3C Web Annotation is standardised for scholarly texts, rarely applied to trade-fiction reading UIs.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Cross-platform reception is rarely folded into a single recommender score — most systems use only intrinsic ratings.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No existing system combines all three in one interoperable stack.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Research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Academic Viva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RQ1 — Can ActivityPub sustain a book-focused social network with W3C annotations as first-class activities?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RQ2 — Does adding privacy-preserving cross-platform reception measurably improve recommendation quality (NDCG@10, MRR) over semantic or CF alone?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RQ3 — Can learned rank fusion (LightGBM LambdaRank) combine heterogeneous signals better than a fixed-weight linear ensemble?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E9B44C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Contribution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114800"/>
            <a:ext cx="4114800" cy="457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Academic Viva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A federated book-social protocol layered on ActivityPub with W3C annotations as CREATE activities.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A privacy-preserving ingestion pipeline that scores cross-platform sentiment without persisting raw mention text.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A hybrid recommender combining semantic + CF + reception + graph signals, with an LTR fusion head.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An open, reproducible dev environment (Docker Compose, seedable Neo4j, offline-cached models).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A Streamlit evaluation dashboard exposing every recommender strategy side-by-side.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E9B44C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114800"/>
            <a:ext cx="4114800" cy="457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Methodology — Design Science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Academic Viva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Design Science Research Methodology (Peffers et al.) — iterative build-and-evaluate cycles.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Six artefacts: federation protocol, annotation model, ingestion pipeline, recommender ensemble, dashboard, evaluation harness.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Each artefact justified against literature, then evaluated with a mix of technical and human metrics.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Reproducibility: single command (docker compose up -d) reconstructs the entire stack from source.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Evaluation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Academic Viva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A44"/>
                </a:solidFill>
                <a:latin typeface="Calibri"/>
              </a:rPr>
              <a:t>Recommender quality (offline)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3949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NDCG@5, NDCG@10, MRR, Recall@20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Held-out split on goodbooks-10k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Ablation: semantic-only vs. +reception vs. +CF vs. full LTR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Coverage &amp; catalogue diversity (Shannon entropy)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A44"/>
                </a:solidFill>
                <a:latin typeface="Calibri"/>
              </a:rPr>
              <a:t>System &amp; user (mixed)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3949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Federation conformance vs. Mastodon reference server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Annotation round-trip (W3C validator)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10-user think-aloud study, task-completion time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Latency: P50 / P95 on /recommend/similar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Ethical &amp; Legal Considerations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Academic Viva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Raw mention text from Reddit / YouTube / Bluesky / Mastodon is never persisted — only aggregated sentiment counts and external IDs for the deletion sweep.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YouTube data honours the 30-day retention window (purge_expired_receptions.py).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Reddit deletion sweep (reddit_deletion_sweep.py) removes counts for deleted posts.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All external APIs are called with a project user-agent identifying the researcher.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User study cleared by SLIIT research ethics; consent form + PIS on file.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E9B44C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114800"/>
            <a:ext cx="4114800" cy="457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Academic Viva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11155680" cy="438912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Federation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508760"/>
            <a:ext cx="76809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ActivityPub + WebFinger + HTTP Signatures (RSA-2048)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65960"/>
            <a:ext cx="111556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93391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Annotations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993391"/>
            <a:ext cx="76809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W3C Web Annotation Data Model — TextQuote + TextPosition selectors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50592"/>
            <a:ext cx="11155680" cy="438912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478024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478024"/>
            <a:ext cx="76809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Node.js 20 · Express · JWT · bcrypt · node-forge · multer · Bull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35224"/>
            <a:ext cx="111556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962656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2962656"/>
            <a:ext cx="76809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React 18 · React Router v6 · Axios · custom dark design system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419856"/>
            <a:ext cx="11155680" cy="438912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447288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Graph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447288"/>
            <a:ext cx="76809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Neo4j 5.15 + APOC + Graph Data Science + native vector index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904487"/>
            <a:ext cx="111556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931920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ML 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3931920"/>
            <a:ext cx="76809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Python 3.11 · FastAPI · sentence-transformers · LightFM · LightGBM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89120"/>
            <a:ext cx="11155680" cy="438912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416552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Sentiment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4416552"/>
            <a:ext cx="76809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CardiffNLP twitter-roberta-base-sentiment-latest (RoBERTa)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873752"/>
            <a:ext cx="111556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901184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Cross-encoder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4901184"/>
            <a:ext cx="76809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BAAI/bge-reranker-base (~500 MB)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358383"/>
            <a:ext cx="11155680" cy="438912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385816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5385816"/>
            <a:ext cx="76809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Streamlit — Recommender demo + Model registry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843016"/>
            <a:ext cx="111556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870448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Infrastructure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5870448"/>
            <a:ext cx="76809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Docker Compose · Redis 7 · PostgreSQL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Architecture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Academic Viva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109728" cy="274320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920240"/>
            <a:ext cx="100584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Calibri"/>
              </a:rPr>
              <a:t>React FE  →  Express API  →  Neo4j graph, shared with FastAPI ML service.
Streamlit dashboard talks to the ML API. A daily ingestion worker pulls book mentions from four social platforms, scores sentiment, and writes :PlatformReception nodes into the same Neo4j.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5120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Calibri"/>
              </a:rPr>
              <a:t>— See FedBookSem_Architecture.drawio for the full layered diagram.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Layered Architecture — Five Tiers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Academic Viva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11155680" cy="4572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50876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React FE (localhost:3000)  ·  Streamlit dashboard (:8501)  ·  remote ActivityPub servers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84248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01168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Express backend (:3001)  ·  FastAPI ML service (:8000)  ·  ActivityPub inbox / outbox / WebFinger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87168"/>
            <a:ext cx="11155680" cy="4572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5146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Ingestion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51460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Reddit / YouTube / Bluesky / Mastodon collectors → entity resolver → sentiment scorer → aggregator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90088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175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301752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Neo4j 5.15 (bolt :7687)  ·  Redis 7 (:6379)  ·  PostgreSQL 16 (:5432)  ·  cached model files on disk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493008"/>
            <a:ext cx="11155680" cy="4572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5204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External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52044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Open Library  ·  Hardcover GraphQL  ·  HuggingFace Hub  ·  Kaggle 7k  ·  goodbooks-10k  ·  remote AP peers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Request Lifecycle — Login and Feed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Academic Viva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Browser POSTs /api/auth/login → CRA dev proxy forwards to Express :3001.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Express queries Neo4j MATCH (:Person {username}), bcrypt.compare, jwt.sign — returns JWT.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Browser stores JWT in localStorage; axios interceptor attaches it as Bearer to every subsequent call.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Browser GET /api/feed → Express verifies JWT → single Cypher: MATCH (me)-[:FOLLOWS]-&gt;(f)-[:AUTHORED]-&gt;(r)-[:REVIEWS]-&gt;(b).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Response JSON hydrated on the client into a virtualised feed component.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Federation Flow — Alice Follows @bob@remote.social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Academic Viva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Alice clicks Follow → POST /api/social/follow with targetId.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Backend WebFingers acct:bob@remote.social → discovers bob's actor URL.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Fetches bob's actor JSON-LD, extracts publicKey and inbox URL.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Constructs an ActivityPub Follow activity, signs it with alice's private key using HTTP Signatures (RSA-2048, SHA-256).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POSTs the signed activity to bob's inbox; remote server verifies signature and MERGEs the follower.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Remote server later sends an Accept activity back to alice's /inbox → verified → MERGE (alice)-[:FOLLOWS]-&gt;(bob).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Recommender Request Flow — /recommend/similar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Academic Viva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Client GET /recommend/similar?isbn=X&amp;rerank=ltr → FastAPI.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FastAPI reads :Book(embedding) for X (or encodes free-text query with all-MiniLM-L6-v2).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Neo4j native vector index returns top-50 candidates by cosine similarity.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ReceptionScorer aggregates :PlatformReception nodes into per-platform sentiment.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Optional cross-encoder (bge-reranker-base) or LightGBM LambdaRank fuses 6 features (sim, cf, reception, diversity, ce, freshness).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Final ranked list returned with per-candidate breakdown — the same shape the dashboard renders.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Ingestion Data Flow (privacy-preserving)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Academic Viva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Scheduler triggers ingest_daily.py (cron or manual).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Query :Book WHERE description AND thumbnail exist LIMIT N (skips 6 Sri Lankan seed books — no English-language chatter).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For each (book × collector): call platform API, extract mention text.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Batch sentiment: twitter-roberta-base-sentiment-latest (batch_size=16) → labels aggregated to (positive, neutral, negative).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Persist only counts + external_ids; raw mention text is discarded before writing.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MERGE (b)-[:RECEPTION_ON]-&gt;(r:PlatformReception) SET counts, ingested_at, expires_at (YouTube 30-day), demo=false.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Neo4j Data Model — Nodes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Academic Viva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11155680" cy="4572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:Person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50876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id, username, displayName, bio, domain, publicKey, privateKey, passwordHash, avatarUrl, createdAt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84248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:Book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01168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id, isbn, title, author, year, description, thumbnail, subjects, embedding (vector), goodbooksBookId, sourceCatalog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87168"/>
            <a:ext cx="11155680" cy="4572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5146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:Review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51460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id, content, rating, published, activityId, seedKey?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90088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175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:Annotation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301752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id, motivation, bodyValue, exactText, prefix, suffix, startOffset, endOffset, bookSource, created, seedKey?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493008"/>
            <a:ext cx="11155680" cy="4572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5204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:PlatformReception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52044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platform, book_isbn, positive, neutral, negative, mentions, external_ids, ingested_at, expires_at, demo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Neo4j Data Model — Relationships &amp; Indexes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Academic Viva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11155680" cy="4572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Social edges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50876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(:Person)-[:FOLLOWS]-&gt;(:Person)  ·  (:Person)-[:LIKES]-&gt;(:Review)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84248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Authoring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01168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(:Person)-[:AUTHORED]-&gt;(:Review)  ·  (:Person)-[:ANNOTATED]-&gt;(:Annotation)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87168"/>
            <a:ext cx="11155680" cy="4572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5146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Targets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51460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(:Review)-[:REVIEWS]-&gt;(:Book)  ·  (:Annotation)-[:ON_SOURCE]-&gt;(:Book)  ·  (:Book)-[:RECEPTION_ON]-&gt;(:PlatformReception)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90088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175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Uniqueness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301752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CONSTRAINT :Person(username) UNIQUE  ·  CONSTRAINT :Book(isbn) UNIQUE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493008"/>
            <a:ext cx="11155680" cy="4572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5204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Vector index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52044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bookEmbedding on :Book(embedding) — cosine, 384 dims (MiniLM-L6-v2)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995927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023359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Graph projection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4023359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GDS projection over :Person → :Person for personalised PageRank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Deployment Topology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Academic Viva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11155680" cy="4572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React 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50876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native  ·  npm start  ·  :3000  ·  CRA proxy → :3001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84248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Express 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01168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native  ·  nodemon  ·  :3001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87168"/>
            <a:ext cx="11155680" cy="4572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5146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Neo4j 5.15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51460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docker  ·  :7474 (browser) + :7687 (bolt)  ·  volumes: neo4j_data, neo4j_logs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90088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175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Redis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301752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docker  ·  :6379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493008"/>
            <a:ext cx="11155680" cy="4572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5204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PostgreSQL 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52044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docker  ·  :5432  ·  volume: postgres_data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995927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023359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ML 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4023359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docker (built)  ·  :8000  ·  volumes: ml_hf_cache, ml_torch_cache, ./ml-service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498848"/>
            <a:ext cx="11155680" cy="4572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5262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452628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docker (built)  ·  :8501  ·  same image as ml-service, streamlit entrypoint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Recommender Strategies (all live)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Academic Viva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11155680" cy="4572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Semantic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50876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MiniLM-L6-v2 embeddings + Neo4j native vector index (cosine k-NN)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84248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Cross-encoder rerank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01168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BAAI/bge-reranker-base for query × candidate re-scoring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87168"/>
            <a:ext cx="11155680" cy="4572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5146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Collaborative filtering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51460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LightFM WARP trained on goodbooks-10k (~6M real ratings)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90088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175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Graph traversal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301752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Neo4j GDS k-NN and personalised PageRank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493008"/>
            <a:ext cx="11155680" cy="4572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5204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Cross-platform reception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52044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Weighted sentiment across Reddit / YouTube / Bluesky / Mastodon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995927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023359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Learned rank fusion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4023359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LightGBM LambdaRank over 6 features (sim, cf, reception, diversity, ce, freshness)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Cross-Platform Ingestion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Academic Viva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11155680" cy="4572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Reddit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50876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PRAW OAuth · subreddits /r/books, /r/booksuggestions, /r/52book, /r/literature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84248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YouTube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01168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Data API v3 · top-level comments on review videos · 30-day retention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87168"/>
            <a:ext cx="11155680" cy="4572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5146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Bluesky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51460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AT Protocol public searchPosts · optional app-password auth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90088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175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A44"/>
                </a:solidFill>
                <a:latin typeface="Calibri"/>
              </a:rPr>
              <a:t>Mastodon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301752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Public hashtag timelines · #bookstodon, #booksky, #booktok, #bookreview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Federation — ActivityPub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Academic Viva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Every user has an ActivityPub Person actor at /users/:username.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WebFinger discovery at /.well-known/webfinger enables acct:user@domain lookup.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HTTP Signatures (RSA-2048, node-forge) sign every outbound activity.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Shared inbox at /inbox accepts Follow, Like, Announce, and Create activities.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Reviews and annotations are exchanged as ActivityStreams objects with the W3C Anno JSON-LD context.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Annotations — W3C Web Annotation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Academic Viva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Full W3C Web Annotation Data Model with dual selectors — TextQuoteSelector + TextPositionSelector.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Reader selects a passage; UI captures exact text, prefix/suffix, and character offsets.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Annotation motivations supported: commenting, highlighting, tagging.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Annotations propagate over ActivityPub as first-class Create activities.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E9B44C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114800"/>
            <a:ext cx="4114800" cy="457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Timeline &amp;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Academic Viva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Slice A — federation core + annotations + React FE  (done)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Slice B — semantic recommender + LightFM CF + Neo4j vector index  (done)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Slice C — cross-platform ingestion + reception scoring + LTR fusion  (done)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Slice D — user study, evaluation, thesis writing  (current)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Reproducibility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Academic Viva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One-command bring-up: docker compose up -d starts Neo4j, Postgres, Redis, ML service, dashboard.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Idempotent seeders: seed.js (FE) and seed_kaggle_books.py (catalogue) both use MERGE, never wipe.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Models are cached offline in the container (HF_HUB_OFFLINE=1) — no network needed after first build.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All source, seeds, and configuration in one public git repository.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Academic Viva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LightFM is user-cold-start bound — needs onboarding taste-prompt to help new users.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Cross-platform sentiment sample is small for less-discussed titles; needs longer accumulation window.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Federation currently point-to-point; no relay support (BookWyrm-style relay planned).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Cross-encoder rerank is slow (~500 MB model); could be replaced with smaller distilled reranker.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09728" cy="50292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A44"/>
                </a:solidFill>
                <a:latin typeface="Calibri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27432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FedBook-Sem — Academic Viva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109728" cy="274320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920240"/>
            <a:ext cx="100584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Calibri"/>
              </a:rP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5120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Calibri"/>
              </a:rPr>
              <a:t>— IT22922670  ·  Supervised by Ms. Dinithi Pandithage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