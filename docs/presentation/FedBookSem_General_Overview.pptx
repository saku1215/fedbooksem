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651760"/>
            <a:ext cx="164592" cy="155448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FedBook-Sem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7EAF0"/>
                </a:solidFill>
                <a:latin typeface="Calibri"/>
              </a:rPr>
              <a:t>A social bookstore that talks to other social bookstores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9B44C"/>
                </a:solidFill>
                <a:latin typeface="Calibri"/>
              </a:rPr>
              <a:t>Overview  ·  IT22922670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What is FedBook-Sem?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An online bookstore with a social layer — reviews, annotations, followers.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But unlike Goodreads or Storygraph, it is federated — instances can talk to each other and to Mastodon.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It also learns from the wider web — reading what people say about books on Reddit, YouTube, Bluesky, and Mastodon — to make better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Your reviews live inside one product.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Your followers cannot leave with you.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Recommendations use only the platform's own data.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Annotations are locked to one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Calibri"/>
              </a:rPr>
              <a:t>With FedBook-Sem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Your identity is a portable ActivityPub actor.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Followers reach you across servers.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Recommendations blend semantic, social, and cross-platform signal.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Annotations follow a W3C standard used in academic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What You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Browse a curated book catalogue with covers, subjects, and star ratings.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Write reviews, like and reshare reviews from other users.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Annotate passages inside the book reader — highlight, comment, or tag.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Follow other readers and see their activity in a personalised feed.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Get recommendations that also consider what people are saying about a book on social media.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How the Pieces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React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interface you use in your browser.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Express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backend that handles reviews, follows, and federation.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Neo4j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Stores the social network — who follows whom, what they 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ML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Ranks and recommends books using several models.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Streamlit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 developer view that shows how the recommender scored each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95927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Ingestion 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0233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Pulls book chatter from Reddit, YouTube, Bluesky, Mastodon (privately).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The Architecture in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React app in your browser and the Streamlit dashboard for developers.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What handles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Two servers — a Node.js one for the social features, a Python one for the recommender.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Where knowledge lives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 Neo4j graph database — think of it as a giant map of people, books, and their connections.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Supporting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Redis for fast caching, PostgreSQL as a backup relational store.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What it talks to outside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Other ActivityPub servers (Mastodon-style), plus Reddit / YouTube / Bluesky / Mastodon for reception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What Happens When You Follow Someone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 click Follow on a user profile.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Your server looks up the other person via WebFinger (like an email lookup for social identities).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Your server sends a cryptographically signed 'Follow' message to their server's inbox.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Their server checks the signature is really yours, records the follow, replies with an 'Accept'.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 now see each other's activity — even if you're on different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What Happens When You Open a Book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 React app asks the ML service for similar books.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ML converts the book into a mathematical fingerprint (an embedding vector).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It finds the 50 most similar fingerprints already in the database.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Re-scores them using: what people are saying about them online, who else read them, how fresh the chatter is.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Returns the top 10 with a mini scorecard for each — sentiment per platform, star rating, subjects.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Where Different Kinds of Data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Neo4j graph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People, books, follows, reviews, annotations, per-platform reception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Fast temporary data — session cache, background job queues.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Reserved for future relational data (e.g. purchase history).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Disk (inside the ML container)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Downloaded AI models — about 1 GB total, cached so no internet is needed at startup.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Nowhere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actual text of anyone's Reddit / YouTube / Bluesky / Mastodon posts — deliberately not stored.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How Recommendations Work —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Semantic similarity — 'books that read like this one'.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Collaborative filtering — 'readers like you also liked'.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Cross-platform reception — 'what is the internet saying about this book right now?'.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learned model blends these signals into a single ranked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Privacy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 system never stores the actual text of anyone's Reddit / YouTube / Bluesky / Mastodon posts.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It only keeps counts of how many mentions were positive, neutral, or negative.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YouTube data is automatically deleted after 30 days.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Reddit deletions are honoured — if the original post is gone, our count is scrubbed.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Built On Open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ActivityPub — the same protocol Mastodon uses. Any ActivityPub server can talk to FedBook-Sem.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W3C Web Annotation — the same standard used in scholarly text and hypothes.is.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WebFinger — lets you find users as acct:name@domain, just like email.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HTTP Signatures — every message between servers is cryptographically signed.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Node.js + Express + Neo4j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React + custom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Python + FastAPI + Hugging Face + LightFM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Compose (Neo4j, Redis, PostgreSQL)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How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docker compose up -d brings up the databases and the ML services.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npm run dev:backend and npm run dev:frontend start the app locally.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Sign in as one of the demo users (alice / bob / carol) and start reading, reviewing, annotating.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 dashboard at :8501 lets you inspect the recommender's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User study with real readers (task-completion, subjective satisfaction).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Federation interop tests with Mastodon and BookWyrm.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Faster reranker to trim /recommend/similar latency.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Onboarding taste-prompt to help brand-new users get good recommendations.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</a:rPr>
              <a:t>— SLIIT R26-IT-107  ·  IT22922670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